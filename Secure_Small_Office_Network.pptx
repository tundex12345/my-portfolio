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jpg" ContentType="image/jpg"/>
  <Override PartName="/ppt/media/image-11-2.jpg" ContentType="image/jpg"/>
  <Override PartName="/ppt/media/image-12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17320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TechCrush Capstone Project</a:t>
            </a:r>
            <a:endParaRPr lang="en-US" sz="1550" dirty="0"/>
          </a:p>
        </p:txBody>
      </p:sp>
      <p:sp>
        <p:nvSpPr>
          <p:cNvPr id="4" name="Text 1"/>
          <p:cNvSpPr/>
          <p:nvPr/>
        </p:nvSpPr>
        <p:spPr>
          <a:xfrm>
            <a:off x="0" y="1810512"/>
            <a:ext cx="1219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1219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Secure Small Office Network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2907792"/>
            <a:ext cx="1219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diagram, security controls, Packet Tracer simulation, threat response and reflection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No. 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Project 2 Team Members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85800" y="1600200"/>
            <a:ext cx="534924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John-Francis Nnadi — CYBE/2026/TC-6/0959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Dauda Musefiu Adetunji — CYBE/2026/TC-6/0250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Oyediji Toluwalase David — CYBE/2026/TC-6/0392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Victor Akan Essien — CYBE/2026/TC-6/0042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Anikweobi Onyebuchi John — CYBE/2026/TC-6/0163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Isaiah Bobby Onyekachi — CYBE/2026/TC-6/0684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Andrea Kosisoschukwu Ogbuli — CYBE/2026/TC-6/0960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6263640" y="1600200"/>
            <a:ext cx="534924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Lucky Simeon, Monsigia — CYBE/2026/TC-6/0676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Tunde Opeyemi Adejumo — CYBE/2026/TC-6/0872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Jamaldeen Akinkunmi Oni — CYBE/2026/TC-6/0893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Roqeebah Ogunbowale — CYBE/2026/TC-6/0924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UGOCHUKWU PRINCEWILL OKAFOR — CYBE/2026/TC-6/0072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OLUWASEUN ADELADAN — CYBE/2026/TC-6/1016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572768"/>
            <a:ext cx="480060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Aim and Objective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Concept of Project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Design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Devices and IP Address Plan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Controls Implemented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and Tools Used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Packet Tracer Testing Evidence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Simulated Threat and Response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Results, Reflection and Conclusion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References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and Objective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5544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800" y="1938528"/>
            <a:ext cx="52578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and secure a basic small office network.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 how simple controls prevent guest users from reaching internal systems.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confidence in explaining how networks are attacked and defended.</a:t>
            </a:r>
            <a:endParaRPr lang="en-US" sz="1360" dirty="0"/>
          </a:p>
        </p:txBody>
      </p:sp>
      <p:sp>
        <p:nvSpPr>
          <p:cNvPr id="6" name="Text 3"/>
          <p:cNvSpPr/>
          <p:nvPr/>
        </p:nvSpPr>
        <p:spPr>
          <a:xfrm>
            <a:off x="6172200" y="15544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72200" y="1938528"/>
            <a:ext cx="5257800" cy="3685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Draw a secure layout with router, firewall, switch, office devices, server and internet connection.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office and guest users into different network zones.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 firewall and access-control rules to block guest access to the file server.</a:t>
            </a:r>
            <a:endParaRPr lang="en-US" sz="1360" dirty="0"/>
          </a:p>
          <a:p>
            <a:pPr algn="l" indent="0" marL="0">
              <a:buNone/>
            </a:pPr>
            <a:r>
              <a:rPr lang="en-US" sz="13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and explain allowed office traffic and blocked guest traffic.</a:t>
            </a:r>
            <a:endParaRPr lang="en-US" sz="13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Project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5120640" cy="429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network is divided into a trusted Office Network and a lower-trust Guest Network.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File Server stays inside the office subnet as a protected internal resource.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Guests can use internet access through the guest Wi-Fi but cannot reach office devices.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firewall traffic-control point enforces the separation between both zones.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Packet Tracer tests confirm the expected allowed and blocked traffic paths.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Design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diagram showing the office zone, guest zone, firewall policy and protected file server.</a:t>
            </a:r>
            <a:endParaRPr lang="en-US" sz="1020" dirty="0"/>
          </a:p>
        </p:txBody>
      </p:sp>
      <p:pic>
        <p:nvPicPr>
          <p:cNvPr id="5" name="Image 1" descr="/mnt/data/Secure Small Office Network (2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600200"/>
            <a:ext cx="6876288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596188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Guests can use the internet, but cannot access office computers or the file server.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and IP Address Plan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Office Zone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7240" y="1984248"/>
            <a:ext cx="5212080" cy="3410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Network: 192.168.10.0/24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Gateway: 192.168.10.1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PC: 192.168.10.10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PC 1: 192.168.10.21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Staff PC 2: 192.168.10.22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Server: 192.168.10.50</a:t>
            </a:r>
            <a:endParaRPr lang="en-US" sz="1280" dirty="0"/>
          </a:p>
        </p:txBody>
      </p:sp>
      <p:sp>
        <p:nvSpPr>
          <p:cNvPr id="6" name="Text 3"/>
          <p:cNvSpPr/>
          <p:nvPr/>
        </p:nvSpPr>
        <p:spPr>
          <a:xfrm>
            <a:off x="621792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Zone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0" y="1984248"/>
            <a:ext cx="5212080" cy="3410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Network: 192.168.20.0/24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Gateway: 192.168.20.1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Wi-Fi AP: 192.168.20.2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Devices: 192.168.20.100-200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devices are separated from internal office resources.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777240" y="5623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 the file server remains in the trusted office subnet while guest devices stay in a separate low-trust subnet.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Network Security Controls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Firewall Rules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80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users can access the file server on required services.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Guest-to-office traffic is blocked.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internet/DNS/DHCP is allowed.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443484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Network Segmentation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3484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uses 192.168.10.0/24.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uses 192.168.20.0/24.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zones reduce unauthorized access risk.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813816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Access Control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PC is treated as the management workstation.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management access is limited.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Strong passwords should be applied in a full deployment.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31520" y="56235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logic: Office to Server allowed | Guest to Office blocked | Guest to Internet allowed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Tools Used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800" y="1938528"/>
            <a:ext cx="5486400" cy="4050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Identified office requirements: staff need file-server access, guests need internet-only access.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the network zones and IP plan using draw.io.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the topology in Cisco Packet Tracer with office and guest devices.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Tested Admin PC access to the File Server.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Tested Guest Laptop access to the same File Server.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Used Simulation Mode to observe packet movement.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6400800" y="1554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0" y="1938528"/>
            <a:ext cx="5120640" cy="4050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draw.io: clean final network diagram.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Cisco Packet Tracer: network simulation and ping tests.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 address plan: device and subnet consistency.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Threat simulation notes: guest-device attack and response scenario.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report materials: final explanation and evidence.</a:t>
            </a:r>
            <a:endParaRPr lang="en-US" sz="12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Tracer Topology Evidence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topology was built in Cisco Packet Tracer with office and guest sections separated.</a:t>
            </a:r>
            <a:endParaRPr lang="en-US" sz="1020" dirty="0"/>
          </a:p>
        </p:txBody>
      </p:sp>
      <p:pic>
        <p:nvPicPr>
          <p:cNvPr id="5" name="Image 1" descr="/mnt/data/PHOTO-2026-06-09-00-43-0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68" y="1572768"/>
            <a:ext cx="8349303" cy="425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5879592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showing Router0, Switch0, Admin PC, Staff PCs, File Server, AccessPoint0, Guest Laptop and Smartphone0.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1: Admin PC to File Server Allowed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office traffic should be able to reach the internal File Server.</a:t>
            </a:r>
            <a:endParaRPr lang="en-US" sz="1020" dirty="0"/>
          </a:p>
        </p:txBody>
      </p:sp>
      <p:pic>
        <p:nvPicPr>
          <p:cNvPr id="5" name="Image 1" descr="/mnt/data/PHOTO-2026-06-09-00-42-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68" y="1572768"/>
            <a:ext cx="8349303" cy="425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879592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PC ping to 192.168.10.50 succeeds with four replies and 0% packet loss.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2: Guest Laptop to File Server Blocked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traffic should not reach the office File Server.</a:t>
            </a:r>
            <a:endParaRPr lang="en-US" sz="1020" dirty="0"/>
          </a:p>
        </p:txBody>
      </p:sp>
      <p:pic>
        <p:nvPicPr>
          <p:cNvPr id="5" name="Image 1" descr="/mnt/data/PHOTO-2026-06-09-00-41-2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968" y="1572768"/>
            <a:ext cx="8349303" cy="425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5879592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Laptop ping to 192.168.10.50 fails with Destination host unreachable and 100% packet loss.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Mode PDU/Event List Evidence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122529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Tracer Simulation Mode was used to show packet movement through the designed network.</a:t>
            </a:r>
            <a:endParaRPr lang="en-US" sz="1020" dirty="0"/>
          </a:p>
        </p:txBody>
      </p:sp>
      <p:pic>
        <p:nvPicPr>
          <p:cNvPr id="5" name="Image 1" descr="/mnt/data/E686262E-06E5-4F73-84E6-99F05952887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17518"/>
            <a:ext cx="3429000" cy="1585020"/>
          </a:xfrm>
          <a:prstGeom prst="rect">
            <a:avLst/>
          </a:prstGeom>
        </p:spPr>
      </p:pic>
      <p:pic>
        <p:nvPicPr>
          <p:cNvPr id="6" name="Image 2" descr="/mnt/data/328E5BB9-8858-4D08-9E1C-D4FC9CE98F2A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17518"/>
            <a:ext cx="3429000" cy="1585020"/>
          </a:xfrm>
          <a:prstGeom prst="rect">
            <a:avLst/>
          </a:prstGeom>
        </p:spPr>
      </p:pic>
      <p:pic>
        <p:nvPicPr>
          <p:cNvPr id="7" name="Image 3" descr="/mnt/data/92EE4ABB-394F-4F9D-A7EC-AF8C3A239D0B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717518"/>
            <a:ext cx="3429000" cy="158502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77240" y="3566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overview and event list</a:t>
            </a:r>
            <a:endParaRPr lang="en-US" sz="920" dirty="0"/>
          </a:p>
        </p:txBody>
      </p:sp>
      <p:sp>
        <p:nvSpPr>
          <p:cNvPr id="9" name="Text 3"/>
          <p:cNvSpPr/>
          <p:nvPr/>
        </p:nvSpPr>
        <p:spPr>
          <a:xfrm>
            <a:off x="4389120" y="3566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movement around the guest path</a:t>
            </a:r>
            <a:endParaRPr lang="en-US" sz="920" dirty="0"/>
          </a:p>
        </p:txBody>
      </p:sp>
      <p:sp>
        <p:nvSpPr>
          <p:cNvPr id="10" name="Text 4"/>
          <p:cNvSpPr/>
          <p:nvPr/>
        </p:nvSpPr>
        <p:spPr>
          <a:xfrm>
            <a:off x="8001000" y="35661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guest path toward office side</a:t>
            </a:r>
            <a:endParaRPr lang="en-US" sz="920" dirty="0"/>
          </a:p>
        </p:txBody>
      </p:sp>
      <p:sp>
        <p:nvSpPr>
          <p:cNvPr id="11" name="Text 5"/>
          <p:cNvSpPr/>
          <p:nvPr/>
        </p:nvSpPr>
        <p:spPr>
          <a:xfrm>
            <a:off x="960120" y="4160520"/>
            <a:ext cx="101498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screenshots support the practical test, not just the static diagram.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Traffic movement can be observed through the guest device, access point, switch and router path.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blocked guest path is consistent with the configured security goal.</a:t>
            </a:r>
            <a:endParaRPr lang="en-US" sz="12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Threat and Response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Scenario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80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guest connects to Wi-Fi and receives a 192.168.20.x address.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guest tries to discover or access the internal file server at 192.168.10.50.</a:t>
            </a:r>
            <a:endParaRPr lang="en-US" sz="1220" dirty="0"/>
          </a:p>
        </p:txBody>
      </p:sp>
      <p:sp>
        <p:nvSpPr>
          <p:cNvPr id="6" name="Text 3"/>
          <p:cNvSpPr/>
          <p:nvPr/>
        </p:nvSpPr>
        <p:spPr>
          <a:xfrm>
            <a:off x="443484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That Stop It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3484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devices remain in 192.168.20.0/24.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Firewall policy blocks Guest Network to Office Network traffic.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File Server remains inside 192.168.10.0/24.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8138160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Response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38160" y="1984248"/>
            <a:ext cx="3429000" cy="3136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the guest source device.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Isolate it if needed.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event information/logs.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that no server access occurred.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the incident and review rules.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Reflection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5800" y="16002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85800" y="1984248"/>
            <a:ext cx="5257800" cy="3227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 devices were included.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Office and guest zones were separated.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PC reached the File Server.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Laptop failed to reach the server.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Simulation Mode showed packet movement.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172200" y="16002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72200" y="1984248"/>
            <a:ext cx="5257800" cy="3227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 Wi-Fi must be separated from office resources.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should protect the server while still allowing normal staff work.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Controls must be tested, not only drawn.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secure design needs addressing, access rules and verification.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57150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B11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improvement: add firewall-rule screenshots, controlled Nmap scans, Wireshark captures and firewall logging in a full live-lab setup.</a:t>
            </a:r>
            <a:endParaRPr lang="en-US" sz="10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7240" y="1481328"/>
            <a:ext cx="10789920" cy="4434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project demonstrates how a small office network can be designed and defended with clear zones and basic access controls.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final design includes the required devices and separates office users from guest users.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Admin PC can reach the File Server at 192.168.10.50, confirming normal office access.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Guest Laptop cannot reach the same server, confirming guest isolation.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threat scenario and Simulation Mode evidence show how unauthorized guest access is stopped.</a:t>
            </a:r>
            <a:endParaRPr lang="en-US" sz="14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1481328"/>
            <a:ext cx="1088136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Cisco Systems. Cisco Packet Tracer documentation and networking simulation materials.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Kurose, J. F., and Ross, K. W. Computer Networking: A Top-Down Approach.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Stallings, W. Data and Computer Communications.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diagrams.net / draw.io documentation for network diagramming.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 lecture materials and classroom notes on LAN design, VLANs, ACLs, wireless security and small office network security.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materials reviewed: network diagram, IP address plan, Packet Tracer tests, Simulation Mode screenshots and threat-response notes.</a:t>
            </a:r>
            <a:endParaRPr lang="en-US" sz="12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/thanky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9040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3337560" y="36758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6 | Project 2: Secure Small Office Network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TechCrush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6 Project 2 - Secure Small Office Network Presentation</dc:title>
  <dc:subject>Secure Small Office Network</dc:subject>
  <dc:creator>Group 6</dc:creator>
  <cp:lastModifiedBy>Group 6</cp:lastModifiedBy>
  <cp:revision>1</cp:revision>
  <dcterms:created xsi:type="dcterms:W3CDTF">2026-06-09T10:36:33Z</dcterms:created>
  <dcterms:modified xsi:type="dcterms:W3CDTF">2026-06-09T10:36:33Z</dcterms:modified>
</cp:coreProperties>
</file>